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A28C9E-161C-05CF-EA59-637537C70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435699-38FB-D473-EE3C-098095620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D88C29-683D-0961-7ED8-96A1F8C13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FF240-EF98-4F76-B78B-96010A06294F}" type="datetimeFigureOut">
              <a:rPr lang="es-ES" smtClean="0"/>
              <a:t>10/04/2026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069682-D9FF-AF9F-6B55-A3910D617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62AC81-7F69-619B-6BE9-63632D2F4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3CE11-E592-446A-BC92-11B4A7661E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1001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3DD355-6F1D-EB76-BFDC-6638E0E97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81C3BF-7B47-7FB3-B244-F89D9AD1C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4C5ADD-73AE-4D09-2479-6FE7B69A3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FF240-EF98-4F76-B78B-96010A06294F}" type="datetimeFigureOut">
              <a:rPr lang="es-ES" smtClean="0"/>
              <a:t>10/04/2026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7408B8-5485-7520-313C-7B7F18A09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0A1AF3-EDC7-C802-717A-1039C4D6E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3CE11-E592-446A-BC92-11B4A7661E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4556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A19AE8-B141-75AF-E7A8-D10926363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0408D0-AB2B-A935-5E2D-509338AFB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1F6AD0-B9E7-E600-CEFD-4BA170FFC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FF240-EF98-4F76-B78B-96010A06294F}" type="datetimeFigureOut">
              <a:rPr lang="es-ES" smtClean="0"/>
              <a:t>10/04/2026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8FD9E3-E111-0A07-BBC9-4AFEDE3A4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F874E1-3556-6F75-12A3-6E28200D5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3CE11-E592-446A-BC92-11B4A7661E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116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887912-6039-ED8F-9A1D-3F1E43111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45575D-C73C-2874-3E10-00BFCCB0AC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C0E60C3-F431-D108-ED88-700707E176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E60BE1-9F39-1382-5E08-9376E7213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FF240-EF98-4F76-B78B-96010A06294F}" type="datetimeFigureOut">
              <a:rPr lang="es-ES" smtClean="0"/>
              <a:t>10/04/2026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FFAF5B-B659-154D-74FB-882A2B4F7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7D9AB87-A880-49C1-7887-53B2DE6FC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3CE11-E592-446A-BC92-11B4A7661E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6532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106E39-C15A-EA95-444D-F66AB43D8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455AD8-B018-BCAF-E52D-3B7C8433F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BF92B97-4AC3-E5F1-DD1A-DE3011FD52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9F46A2B-BC94-A73B-8384-B36950DD65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B99278F-2750-108F-3A22-E947E3703A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9D3A62D-12D1-9EBB-CCD1-9A4751CA3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FF240-EF98-4F76-B78B-96010A06294F}" type="datetimeFigureOut">
              <a:rPr lang="es-ES" smtClean="0"/>
              <a:t>10/04/2026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8C5DA47-7935-582E-4FB4-B687F878C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EB7721F-F26E-4879-9043-D1BA5AE74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3CE11-E592-446A-BC92-11B4A7661E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5521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A6BF3-4C81-0749-4C23-CF0C520B9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34940E8-DEDA-9D6B-517A-839027297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FF240-EF98-4F76-B78B-96010A06294F}" type="datetimeFigureOut">
              <a:rPr lang="es-ES" smtClean="0"/>
              <a:t>10/04/2026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6AEC47E-5D62-587C-618C-DEEC73CB9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DD51E47-E191-5870-8CE2-03B68053B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3CE11-E592-446A-BC92-11B4A7661E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5881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F3A8542-F54A-83AD-B923-D1B520099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FF240-EF98-4F76-B78B-96010A06294F}" type="datetimeFigureOut">
              <a:rPr lang="es-ES" smtClean="0"/>
              <a:t>10/04/2026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4C4CF3-16A1-92EF-FD83-30035BFA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66E16A6-10A3-C78F-A8A8-A2D0145A2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3CE11-E592-446A-BC92-11B4A7661E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9247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E1A5F-6620-4739-DB94-5FD5BAA7F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3853D4-4124-C5CC-0E3D-15419C843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6261AF2-2006-AF49-8B65-BA578A17A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4409FC7-8303-76B3-2818-5B22E9C3F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FF240-EF98-4F76-B78B-96010A06294F}" type="datetimeFigureOut">
              <a:rPr lang="es-ES" smtClean="0"/>
              <a:t>10/04/2026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BF5DC5-FDFF-D49A-B2B3-99A7FE2F3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B4C7EFE-1EAD-65F9-AA6C-5AFE9F901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3CE11-E592-446A-BC92-11B4A7661E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659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647F8C-1EDC-D0C0-B3BF-968EFF6D3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DD1479A-F285-A275-03F7-249B069AD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999E6C4-FA40-E967-4ADF-B2FF150BA2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EC7E3E7-BB78-BD00-E5D8-45233D6C3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FF240-EF98-4F76-B78B-96010A06294F}" type="datetimeFigureOut">
              <a:rPr lang="es-ES" smtClean="0"/>
              <a:t>10/04/2026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19059C1-DCBC-09A9-A543-40E70570C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DF1104-9551-22A0-43A8-11A543391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3CE11-E592-446A-BC92-11B4A7661E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9273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9A808D-2323-3ECB-C89E-87490086A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0AA937F-CE37-B661-9AE6-F27ACB481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A551AF-58CC-A95D-D0F3-9D5B7C7D8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FF240-EF98-4F76-B78B-96010A06294F}" type="datetimeFigureOut">
              <a:rPr lang="es-ES" smtClean="0"/>
              <a:t>10/04/2026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AA0C1D-3484-790D-DA87-486A513F0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2B26AB-6C51-0633-900E-984405E85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3CE11-E592-446A-BC92-11B4A7661E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408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FF5721F-9A8B-813A-23B6-EA3702D7E3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429D6ED-0EB6-782F-5EBE-94730A4FC0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518CA4-DC3F-1B57-9667-823FE219E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FF240-EF98-4F76-B78B-96010A06294F}" type="datetimeFigureOut">
              <a:rPr lang="es-ES" smtClean="0"/>
              <a:t>10/04/2026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97CEBB-8072-FFDC-9440-84FD189F8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F33551-8718-15AB-6F3F-B6E706B57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3CE11-E592-446A-BC92-11B4A7661E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223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D44C857-9AD9-74DE-9E5A-999623DD6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CB5D56-511D-487E-DB70-F507DBC96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21D821-50A0-DCE6-F3EF-350B1A5274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FF240-EF98-4F76-B78B-96010A06294F}" type="datetimeFigureOut">
              <a:rPr lang="es-ES" smtClean="0"/>
              <a:t>10/04/2026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73B72E-89F1-7731-B45F-E2B77B6A73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D9DF86-93E7-DD6F-A4EF-750E144DDC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3CE11-E592-446A-BC92-11B4A7661E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9006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BA5BB72-C41B-46EE-120F-9D14428A04F4}"/>
              </a:ext>
            </a:extLst>
          </p:cNvPr>
          <p:cNvSpPr/>
          <p:nvPr/>
        </p:nvSpPr>
        <p:spPr>
          <a:xfrm>
            <a:off x="1237672" y="812800"/>
            <a:ext cx="3075709" cy="38238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dirty="0"/>
              <a:t>View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25CCA12-7DDF-93FA-68B1-AAC785D0CFF5}"/>
              </a:ext>
            </a:extLst>
          </p:cNvPr>
          <p:cNvSpPr/>
          <p:nvPr/>
        </p:nvSpPr>
        <p:spPr>
          <a:xfrm>
            <a:off x="7453745" y="812799"/>
            <a:ext cx="3075709" cy="38238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dirty="0" err="1"/>
              <a:t>Service</a:t>
            </a:r>
            <a:endParaRPr lang="es-ES" sz="4000" dirty="0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15CB8D79-00E9-310B-4039-4559B3C13769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4313381" y="2724727"/>
            <a:ext cx="3140364" cy="1"/>
          </a:xfrm>
          <a:prstGeom prst="straightConnector1">
            <a:avLst/>
          </a:prstGeom>
          <a:ln w="571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F1C2B077-68C4-B195-DBEC-0DE1AB13F6BA}"/>
              </a:ext>
            </a:extLst>
          </p:cNvPr>
          <p:cNvSpPr txBox="1"/>
          <p:nvPr/>
        </p:nvSpPr>
        <p:spPr>
          <a:xfrm>
            <a:off x="484908" y="5038620"/>
            <a:ext cx="4581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Service</a:t>
            </a:r>
            <a:r>
              <a:rPr lang="es-ES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s-E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service</a:t>
            </a:r>
            <a:r>
              <a:rPr lang="es-ES" dirty="0">
                <a:latin typeface="Cascadia Code" panose="020B0609020000020004" pitchFamily="49" charset="0"/>
                <a:cs typeface="Cascadia Code" panose="020B0609020000020004" pitchFamily="49" charset="0"/>
              </a:rPr>
              <a:t> = new </a:t>
            </a:r>
            <a:r>
              <a:rPr lang="es-ES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Service</a:t>
            </a:r>
            <a:r>
              <a:rPr lang="es-ES" dirty="0">
                <a:latin typeface="Cascadia Code" panose="020B0609020000020004" pitchFamily="49" charset="0"/>
                <a:cs typeface="Cascadia Code" panose="020B06090200000200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6021550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8</Words>
  <Application>Microsoft Office PowerPoint</Application>
  <PresentationFormat>Panorámica</PresentationFormat>
  <Paragraphs>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Cascadia Code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Coronel</dc:creator>
  <cp:lastModifiedBy>Gustavo Coronel</cp:lastModifiedBy>
  <cp:revision>1</cp:revision>
  <dcterms:created xsi:type="dcterms:W3CDTF">2026-04-10T13:34:42Z</dcterms:created>
  <dcterms:modified xsi:type="dcterms:W3CDTF">2026-04-10T15:39:45Z</dcterms:modified>
</cp:coreProperties>
</file>