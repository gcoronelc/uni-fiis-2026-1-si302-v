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DF377-120F-60C9-7986-95C7C2434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C69AB6-6862-2CE5-3B5B-8550CF722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4C5405-DD67-3728-230D-9C5759AAC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39B0E5-90BE-E384-0DBC-62809BB7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D28D09-9AD7-7026-E772-2393BAECB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058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F72F0-A8A2-3DC1-FDDD-B8CAE137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A24CE4-4989-FB13-A1B4-CCFA2E883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F2F6D3-2D3A-2986-25D2-0A629058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C5E2A-A3DD-8CA2-A0CD-1A2AA0C0B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DD3C1-DDFB-17D0-E1A8-475D9D9B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019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C8D43-1C9E-8E0E-417E-A700A759F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1A3850-0A23-7E2F-C6C1-08DBE74A9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AA3E1A-59AB-EE25-0918-C5B6998F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4E9943-A7C7-3FAE-31B0-EF3FE034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8EDEF7-B322-E53B-DA55-DC61379A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780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5110A-D8F2-E616-0524-8441850F1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5462D9-7781-B73C-2AA6-F7E1B26FE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B39366-0BF9-5BB7-A6E4-9F99963B4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4BF6E3-AC9F-F608-AD3D-C6D442298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B42377-FA80-4317-9D61-850F1E578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5B22BF-F439-FADB-16C2-2B029BC5B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8356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C07D3-2F02-0DFE-D23C-14F6B2A08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CD7720-6D72-E7FE-F7F9-19D6FBF5D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043A1F-CE84-48F3-4E6E-038C6C9E9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629A7C-FD23-08AD-5A15-99D709F41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A997E8E-6E39-AC7E-BE04-D855B0C89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B234F4-B3B6-9AD9-225A-01E323EF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A41FBE3-5D0A-E1F1-858E-40ECE693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E032E1-C42B-727D-F8B3-5502E135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3468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ED84B-1190-6A5E-1C97-BFE3214C6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98472F2-59CD-F0D6-B56A-C4820379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0A5829-E098-7339-F979-C432786E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56900DA-6385-1938-5A4F-D6654C85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630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53F70B3-8ACE-E37B-CFA4-6A0CC8B8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1F2CFB-0706-973B-ED81-B53412F4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0A8B4B-7C31-19A5-6A02-5312C57D1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742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FD287-7533-0B3F-599A-6224793C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EBA7AF-A930-79FC-5938-88C715BB5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E9557F-DCC5-5725-9672-6EFBC5006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62500B-352F-F06E-C91E-321A5825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225A32-83B3-FE71-D6FF-143B81CA5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652755-281B-DDA3-92D8-061378A40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7319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2B219-3242-5532-9E27-2079AA52B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D6003F-9DAA-817A-5403-959DB7999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327BBE-D374-6243-F191-FADDCBF0C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5F3FDC-7EDA-3BCB-13AB-5F4830A85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334720-DA17-B51B-8DB7-A1623A49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B869A1-6484-DC3D-704F-72956C2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560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94E5B-51B5-F03D-6857-506790C5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EEB8A5-DF77-66F6-E924-E6B4A2543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BBEE5B-D529-8419-7EEE-5E7194F3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5FA555-7D62-31D1-EC26-363AFBF3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B70207-BBF4-9704-D665-F64A0719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915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A78B30-6DAF-ECAB-14B7-F9856691D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7F1279-24ED-5B97-D768-0EDBDF531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92CE15-2F3F-3A9C-3725-31F6808A6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562BBD-E491-4463-9CEE-D9F6FD15A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3EA3C7-4276-A2D8-3512-F80A7F1C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440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590B52-2B86-CC9B-63F4-A32132972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68322F-095D-39BF-90AD-169220820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1568C3-2062-4301-E7AB-A56E86C68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0A3E1-C9EC-4285-A7EA-81A27F5AB0EA}" type="datetimeFigureOut">
              <a:rPr lang="es-ES" smtClean="0"/>
              <a:t>01/05/2026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0E5400-B980-D785-5465-E53934634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F131C3-57BA-9A2D-A485-C2C20BEAA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472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4BFA606-EB22-E1B1-08B4-D5EBE2A72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638" y="3297332"/>
            <a:ext cx="1406455" cy="88740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C3C6C9B-79C4-F435-3E6B-097BDA2D98DD}"/>
              </a:ext>
            </a:extLst>
          </p:cNvPr>
          <p:cNvSpPr/>
          <p:nvPr/>
        </p:nvSpPr>
        <p:spPr>
          <a:xfrm>
            <a:off x="3933739" y="1229103"/>
            <a:ext cx="3306618" cy="1775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Service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8DCFF65B-82C8-6CA3-D527-BAACAA3D156F}"/>
              </a:ext>
            </a:extLst>
          </p:cNvPr>
          <p:cNvSpPr/>
          <p:nvPr/>
        </p:nvSpPr>
        <p:spPr>
          <a:xfrm>
            <a:off x="2556256" y="1562766"/>
            <a:ext cx="1265382" cy="11083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4ED5930-A93D-70B7-4166-51C937CAD3E3}"/>
              </a:ext>
            </a:extLst>
          </p:cNvPr>
          <p:cNvSpPr txBox="1"/>
          <p:nvPr/>
        </p:nvSpPr>
        <p:spPr>
          <a:xfrm>
            <a:off x="1415714" y="2014255"/>
            <a:ext cx="892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idCurso</a:t>
            </a:r>
            <a:endParaRPr lang="es-ES" dirty="0"/>
          </a:p>
        </p:txBody>
      </p:sp>
      <p:sp>
        <p:nvSpPr>
          <p:cNvPr id="9" name="Cilindro 8">
            <a:extLst>
              <a:ext uri="{FF2B5EF4-FFF2-40B4-BE49-F238E27FC236}">
                <a16:creationId xmlns:a16="http://schemas.microsoft.com/office/drawing/2014/main" id="{DA6B89C5-9C04-AD46-F20A-423A0D16AF06}"/>
              </a:ext>
            </a:extLst>
          </p:cNvPr>
          <p:cNvSpPr/>
          <p:nvPr/>
        </p:nvSpPr>
        <p:spPr>
          <a:xfrm>
            <a:off x="4261630" y="4644248"/>
            <a:ext cx="2650836" cy="120996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dirty="0">
                <a:ln w="76200"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BD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87C2656-72C0-0D9D-AD20-97CCCCA3F4AB}"/>
              </a:ext>
            </a:extLst>
          </p:cNvPr>
          <p:cNvCxnSpPr>
            <a:stCxn id="9" idx="1"/>
            <a:endCxn id="6" idx="2"/>
          </p:cNvCxnSpPr>
          <p:nvPr/>
        </p:nvCxnSpPr>
        <p:spPr>
          <a:xfrm flipV="1">
            <a:off x="5587048" y="3004794"/>
            <a:ext cx="0" cy="163945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8D16E0D6-646A-A0F1-3F73-FC9CA2059D74}"/>
              </a:ext>
            </a:extLst>
          </p:cNvPr>
          <p:cNvSpPr/>
          <p:nvPr/>
        </p:nvSpPr>
        <p:spPr>
          <a:xfrm>
            <a:off x="7352458" y="1460073"/>
            <a:ext cx="1265382" cy="11083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F5041E-00B8-E0BE-4D28-B8F350CEEF0F}"/>
              </a:ext>
            </a:extLst>
          </p:cNvPr>
          <p:cNvSpPr txBox="1"/>
          <p:nvPr/>
        </p:nvSpPr>
        <p:spPr>
          <a:xfrm>
            <a:off x="8729941" y="1348623"/>
            <a:ext cx="2327564" cy="1331263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r>
              <a:rPr lang="es-ES" dirty="0"/>
              <a:t>List&lt;DTO&gt;</a:t>
            </a:r>
          </a:p>
          <a:p>
            <a:r>
              <a:rPr lang="es-ES" dirty="0"/>
              <a:t>ó</a:t>
            </a:r>
          </a:p>
          <a:p>
            <a:r>
              <a:rPr lang="es-ES" dirty="0"/>
              <a:t>List&lt;</a:t>
            </a:r>
            <a:r>
              <a:rPr lang="es-ES" dirty="0" err="1"/>
              <a:t>Map</a:t>
            </a:r>
            <a:r>
              <a:rPr lang="es-ES" dirty="0"/>
              <a:t>&lt;String,?&gt;&gt;</a:t>
            </a:r>
          </a:p>
        </p:txBody>
      </p:sp>
    </p:spTree>
    <p:extLst>
      <p:ext uri="{BB962C8B-B14F-4D97-AF65-F5344CB8AC3E}">
        <p14:creationId xmlns:p14="http://schemas.microsoft.com/office/powerpoint/2010/main" val="1751443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31C0-23EF-4D86-7AA0-43076B5D4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8590DA3-4D64-3354-19ED-1A420BEF8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48" y="1137025"/>
            <a:ext cx="5648556" cy="3564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BE4D42A-3057-5429-F33D-05032C008DBD}"/>
              </a:ext>
            </a:extLst>
          </p:cNvPr>
          <p:cNvSpPr txBox="1"/>
          <p:nvPr/>
        </p:nvSpPr>
        <p:spPr>
          <a:xfrm>
            <a:off x="6674177" y="1498862"/>
            <a:ext cx="4779390" cy="277148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s-ES" sz="2400" dirty="0" err="1">
                <a:latin typeface="Consolas" panose="020B0609020204030204" pitchFamily="49" charset="0"/>
              </a:rPr>
              <a:t>while</a:t>
            </a:r>
            <a:r>
              <a:rPr lang="es-ES" sz="2400" dirty="0">
                <a:latin typeface="Consolas" panose="020B0609020204030204" pitchFamily="49" charset="0"/>
              </a:rPr>
              <a:t>( </a:t>
            </a:r>
            <a:r>
              <a:rPr lang="es-ES" sz="2400" dirty="0" err="1">
                <a:latin typeface="Consolas" panose="020B0609020204030204" pitchFamily="49" charset="0"/>
              </a:rPr>
              <a:t>rs.next</a:t>
            </a:r>
            <a:r>
              <a:rPr lang="es-ES" sz="2400" dirty="0">
                <a:latin typeface="Consolas" panose="020B0609020204030204" pitchFamily="49" charset="0"/>
              </a:rPr>
              <a:t>() ){</a:t>
            </a:r>
          </a:p>
          <a:p>
            <a:endParaRPr lang="es-ES" sz="2400" dirty="0">
              <a:latin typeface="Consolas" panose="020B0609020204030204" pitchFamily="49" charset="0"/>
            </a:endParaRPr>
          </a:p>
          <a:p>
            <a:endParaRPr lang="es-ES" sz="2400" dirty="0">
              <a:latin typeface="Consolas" panose="020B0609020204030204" pitchFamily="49" charset="0"/>
            </a:endParaRPr>
          </a:p>
          <a:p>
            <a:endParaRPr lang="es-ES" sz="2400" dirty="0">
              <a:latin typeface="Consolas" panose="020B0609020204030204" pitchFamily="49" charset="0"/>
            </a:endParaRPr>
          </a:p>
          <a:p>
            <a:r>
              <a:rPr lang="es-ES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21558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22</Words>
  <Application>Microsoft Office PowerPoint</Application>
  <PresentationFormat>Panorámica</PresentationFormat>
  <Paragraphs>11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Coronel</dc:creator>
  <cp:lastModifiedBy>Gustavo Coronel</cp:lastModifiedBy>
  <cp:revision>3</cp:revision>
  <dcterms:created xsi:type="dcterms:W3CDTF">2026-05-01T14:39:52Z</dcterms:created>
  <dcterms:modified xsi:type="dcterms:W3CDTF">2026-05-01T15:30:35Z</dcterms:modified>
</cp:coreProperties>
</file>