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D448F-8A10-6EC6-A2C2-E21283BB2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BB2134-33D7-AB63-0353-2F9CE4C21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B744E2-74B9-BB58-1AB9-5E11CDEC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CEE69A-8947-5AE8-D215-FDCCFAB9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482895-F9BA-1B05-8950-E0C28B3D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57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4DEE6-C438-C4A8-FE81-CA039860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BD9BA-B3DC-7C11-3E28-0ED7BACDF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410A9B-084B-4659-4ECD-FAF12E31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CCFB84-60A5-B9B9-9A9D-92607A0A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588B92-5524-EB7E-BB29-14F1C3B5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47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94416-3544-FA34-3160-9F59FC42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5A36CB-E4F1-D957-D953-172958B4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E008DF-3A58-EA67-01B2-B5F0482E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5CA25-CF9C-A464-5F62-F4A7A6233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1029F-DC43-F31D-A650-7B505AE7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014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A0DCB-CB44-31F5-DDB3-C8F580D0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185250-9CFA-A4E3-3107-6C5531A3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EC0DFA-EFCA-062C-CFC8-C4906AAA9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82267E-16A9-E5FF-815A-FF3ACC0B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464785-E520-3B43-2B39-54435A40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3E9E32-0056-F665-CC10-31BB5A8F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51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A84F3-8D2D-AC17-C7FE-04C32C53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EDCBBE-6336-35D7-1EE9-B0ED1FBE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7315EB-088B-5383-53D5-698F58823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C9BEF6-BE82-CF2A-1D4C-65E933E0B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F7398C-60FF-D320-0A9E-8626ED7FC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597C5E-1941-55E7-00C7-144466C9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0268FE-7AD0-309E-0D67-B560FFA8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859043-6870-63D4-886C-D47D6AA2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602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249E2-7B46-082F-B834-361AF843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6514CC-1AD1-9093-EE54-31CAF064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B74C19-CF1F-CA26-366F-DA33EA0E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CF0DE4-3182-88B1-4634-0C527D51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97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74C0DA-E209-D9CE-CB1E-8FC3F020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EDC6C9-0B26-58D4-6E29-72F9AB46C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47AB81-9924-6D85-55BD-CE641840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03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C02EB-97AD-9E72-6B70-CABF7E31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CBAE44-FF1D-6D16-B4B6-9D2C0F410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0F4AC9-DF98-3C21-2A23-CB09341B4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70E84A-1E5A-DF15-515A-AA222ABD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BEAF6F-F74F-CB8F-6ADC-8C2C8255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55EDDA-1F51-F087-760D-8167563E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996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05346-797A-4F26-0411-0BC67D56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01A5AC-9516-F67F-69B0-4FB5620DC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27F4F6-DEE1-A38E-D762-1459776FE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55E4C3-BA27-AB99-8ACD-284F3492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156475-A084-DCA5-22D4-D0F679DA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A74333-ABD8-E2E8-1841-1FB377DB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229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AA973-01EC-398B-01E3-1437D18B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15A425-57FF-BE9F-71EC-D16B65950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F04BAE-AD09-8641-1B21-EF8CB5A4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41DFC0-2588-7828-BF3E-C2A1BF49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EF90BA-EB60-B4C9-CBB4-C1156BD9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725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55EB77-DE9B-674A-F5B7-400506A6B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905385-4C91-B50D-4256-2CBF8E6F7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A9CFF8-332B-1585-57C0-618519C1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EC5BE-FE0F-87C2-61EF-56FC662E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43D71-A2F6-C07B-2B48-FD5AF656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47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7DD9CBC-B047-B06C-45B4-EA4620EB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5AE133-19EF-225F-F4D3-BA88BFC7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0BF96-E045-405F-B36F-3985E90E8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4A8F-FABF-4000-837B-F437EFF6148C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55B07-E81D-D425-E26F-AD7BD2A76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BDFAC1-03C7-26BC-137B-9CED9A0A1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D5ACA-B3B9-4032-B313-16925CE8AF5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195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AE283071-676F-C206-6F1C-1A0390295DC2}"/>
              </a:ext>
            </a:extLst>
          </p:cNvPr>
          <p:cNvSpPr/>
          <p:nvPr/>
        </p:nvSpPr>
        <p:spPr>
          <a:xfrm>
            <a:off x="3611413" y="1348509"/>
            <a:ext cx="3389746" cy="433185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BC8A570-64DD-5C91-570B-7A185BC11A71}"/>
              </a:ext>
            </a:extLst>
          </p:cNvPr>
          <p:cNvSpPr/>
          <p:nvPr/>
        </p:nvSpPr>
        <p:spPr>
          <a:xfrm>
            <a:off x="7389086" y="1443181"/>
            <a:ext cx="1874982" cy="3971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Servidor</a:t>
            </a:r>
          </a:p>
          <a:p>
            <a:pPr algn="ctr"/>
            <a:r>
              <a:rPr lang="es-ES" dirty="0"/>
              <a:t>Servicios</a:t>
            </a:r>
          </a:p>
          <a:p>
            <a:pPr algn="ctr"/>
            <a:r>
              <a:rPr lang="es-ES" dirty="0"/>
              <a:t>REST</a:t>
            </a:r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884E1CC3-4ADF-6161-2825-E76AFEA51F87}"/>
              </a:ext>
            </a:extLst>
          </p:cNvPr>
          <p:cNvSpPr/>
          <p:nvPr/>
        </p:nvSpPr>
        <p:spPr>
          <a:xfrm>
            <a:off x="9809018" y="2325254"/>
            <a:ext cx="1874982" cy="220749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Base</a:t>
            </a:r>
          </a:p>
          <a:p>
            <a:pPr algn="ctr"/>
            <a:r>
              <a:rPr lang="es-ES" dirty="0"/>
              <a:t>de</a:t>
            </a:r>
          </a:p>
          <a:p>
            <a:pPr algn="ctr"/>
            <a:r>
              <a:rPr lang="es-ES" dirty="0"/>
              <a:t>Datos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E0E7862-85D4-4B75-1AAF-BEBC1E80E1E4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9264068" y="3428999"/>
            <a:ext cx="544950" cy="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85205CD-76ED-7079-89E8-9C7B732CC598}"/>
              </a:ext>
            </a:extLst>
          </p:cNvPr>
          <p:cNvSpPr/>
          <p:nvPr/>
        </p:nvSpPr>
        <p:spPr>
          <a:xfrm>
            <a:off x="960581" y="1200420"/>
            <a:ext cx="2382982" cy="169949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Postman</a:t>
            </a:r>
            <a:endParaRPr lang="es-ES" dirty="0"/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55F7848-BBFC-C8A8-F5B7-60AD2726901F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3343563" y="2050166"/>
            <a:ext cx="4045523" cy="1378834"/>
          </a:xfrm>
          <a:prstGeom prst="bentConnector3">
            <a:avLst/>
          </a:prstGeom>
          <a:ln w="762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6A7DF6-1C50-919B-20CF-1CDEFA5435C1}"/>
              </a:ext>
            </a:extLst>
          </p:cNvPr>
          <p:cNvSpPr txBox="1"/>
          <p:nvPr/>
        </p:nvSpPr>
        <p:spPr>
          <a:xfrm>
            <a:off x="960581" y="517236"/>
            <a:ext cx="2382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Herramienta de testeo o prueba de servicios REST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41DB76-5A1B-FEA2-6DDF-249509558F66}"/>
              </a:ext>
            </a:extLst>
          </p:cNvPr>
          <p:cNvSpPr/>
          <p:nvPr/>
        </p:nvSpPr>
        <p:spPr>
          <a:xfrm>
            <a:off x="960581" y="4061384"/>
            <a:ext cx="2382982" cy="16994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Aplicaciones</a:t>
            </a:r>
            <a:br>
              <a:rPr lang="es-ES" dirty="0"/>
            </a:br>
            <a:r>
              <a:rPr lang="es-ES" dirty="0"/>
              <a:t>que hacen</a:t>
            </a:r>
            <a:br>
              <a:rPr lang="es-ES" dirty="0"/>
            </a:br>
            <a:r>
              <a:rPr lang="es-ES" dirty="0"/>
              <a:t>uso de los</a:t>
            </a:r>
            <a:br>
              <a:rPr lang="es-ES" dirty="0"/>
            </a:br>
            <a:r>
              <a:rPr lang="es-ES" dirty="0"/>
              <a:t>Servicios REST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416DD5-3311-9610-061E-9CA6C3ACCD06}"/>
              </a:ext>
            </a:extLst>
          </p:cNvPr>
          <p:cNvSpPr txBox="1"/>
          <p:nvPr/>
        </p:nvSpPr>
        <p:spPr>
          <a:xfrm>
            <a:off x="960581" y="5808484"/>
            <a:ext cx="2382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Aplicaciones que hacen uso de los servicios REST</a:t>
            </a: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4DED3FA4-715E-FCE1-0C25-F89311010DDD}"/>
              </a:ext>
            </a:extLst>
          </p:cNvPr>
          <p:cNvCxnSpPr>
            <a:stCxn id="14" idx="3"/>
            <a:endCxn id="4" idx="1"/>
          </p:cNvCxnSpPr>
          <p:nvPr/>
        </p:nvCxnSpPr>
        <p:spPr>
          <a:xfrm flipV="1">
            <a:off x="3343563" y="3429000"/>
            <a:ext cx="4045523" cy="1482130"/>
          </a:xfrm>
          <a:prstGeom prst="bentConnector3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058C2C-66BC-C1A2-2F1E-DD065C85D6CA}"/>
              </a:ext>
            </a:extLst>
          </p:cNvPr>
          <p:cNvSpPr txBox="1"/>
          <p:nvPr/>
        </p:nvSpPr>
        <p:spPr>
          <a:xfrm>
            <a:off x="3906981" y="647105"/>
            <a:ext cx="3583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Utiliza protocolo HTTP y los respectivos: GET/POST/PUT/PATCH/DELETE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FE697FB-CB0E-2B8F-1008-77E3BC4BE73E}"/>
              </a:ext>
            </a:extLst>
          </p:cNvPr>
          <p:cNvSpPr txBox="1"/>
          <p:nvPr/>
        </p:nvSpPr>
        <p:spPr>
          <a:xfrm>
            <a:off x="3906981" y="5772593"/>
            <a:ext cx="2932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Los datos se pasan normalmente en formato JSON.</a:t>
            </a:r>
          </a:p>
        </p:txBody>
      </p:sp>
    </p:spTree>
    <p:extLst>
      <p:ext uri="{BB962C8B-B14F-4D97-AF65-F5344CB8AC3E}">
        <p14:creationId xmlns:p14="http://schemas.microsoft.com/office/powerpoint/2010/main" val="121023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DC9AB1-70C6-B487-3DD3-D154B7188062}"/>
              </a:ext>
            </a:extLst>
          </p:cNvPr>
          <p:cNvSpPr txBox="1"/>
          <p:nvPr/>
        </p:nvSpPr>
        <p:spPr>
          <a:xfrm>
            <a:off x="369454" y="138606"/>
            <a:ext cx="7878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0070C0"/>
                </a:solidFill>
              </a:rPr>
              <a:t>POSTMAN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9A3C99-84FD-EBF1-6A05-BD2579804A02}"/>
              </a:ext>
            </a:extLst>
          </p:cNvPr>
          <p:cNvSpPr/>
          <p:nvPr/>
        </p:nvSpPr>
        <p:spPr>
          <a:xfrm>
            <a:off x="406399" y="1105186"/>
            <a:ext cx="11379201" cy="55233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346022-6A10-6BCA-0E41-A4D32B633849}"/>
              </a:ext>
            </a:extLst>
          </p:cNvPr>
          <p:cNvSpPr/>
          <p:nvPr/>
        </p:nvSpPr>
        <p:spPr>
          <a:xfrm>
            <a:off x="3034144" y="812798"/>
            <a:ext cx="6123709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WworkSpace-UNI-2026-1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22774D8-CAC9-8FDC-0488-18F83F4DBA9F}"/>
              </a:ext>
            </a:extLst>
          </p:cNvPr>
          <p:cNvGrpSpPr/>
          <p:nvPr/>
        </p:nvGrpSpPr>
        <p:grpSpPr>
          <a:xfrm>
            <a:off x="1283855" y="1689962"/>
            <a:ext cx="3786910" cy="4664656"/>
            <a:chOff x="1283855" y="1689962"/>
            <a:chExt cx="3786910" cy="466465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C22BDA5-EA5B-BC52-1DE7-19FB50C55C3A}"/>
                </a:ext>
              </a:extLst>
            </p:cNvPr>
            <p:cNvSpPr/>
            <p:nvPr/>
          </p:nvSpPr>
          <p:spPr>
            <a:xfrm>
              <a:off x="1283855" y="2364509"/>
              <a:ext cx="3777672" cy="39901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5B2AF8A-A6BB-43F7-D61D-14A28BD6999A}"/>
                </a:ext>
              </a:extLst>
            </p:cNvPr>
            <p:cNvSpPr/>
            <p:nvPr/>
          </p:nvSpPr>
          <p:spPr>
            <a:xfrm>
              <a:off x="1293093" y="1689962"/>
              <a:ext cx="3777672" cy="66530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Colección 1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6542D6A9-99AE-41E0-C8BA-7CD8C7BA5939}"/>
              </a:ext>
            </a:extLst>
          </p:cNvPr>
          <p:cNvGrpSpPr/>
          <p:nvPr/>
        </p:nvGrpSpPr>
        <p:grpSpPr>
          <a:xfrm>
            <a:off x="6802582" y="1689961"/>
            <a:ext cx="3786910" cy="4664656"/>
            <a:chOff x="1283855" y="1689962"/>
            <a:chExt cx="3786910" cy="4664656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DB2CEA2C-8DFC-C3CF-0E70-15EBA471D81D}"/>
                </a:ext>
              </a:extLst>
            </p:cNvPr>
            <p:cNvSpPr/>
            <p:nvPr/>
          </p:nvSpPr>
          <p:spPr>
            <a:xfrm>
              <a:off x="1283855" y="2364509"/>
              <a:ext cx="3777672" cy="399010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9FE22FE7-22C7-2215-249E-77F151E713D9}"/>
                </a:ext>
              </a:extLst>
            </p:cNvPr>
            <p:cNvSpPr/>
            <p:nvPr/>
          </p:nvSpPr>
          <p:spPr>
            <a:xfrm>
              <a:off x="1293093" y="1689962"/>
              <a:ext cx="3777672" cy="66530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Colección 2</a:t>
              </a: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A54F5C30-927D-937A-7937-36FA7CE6B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339" y="2459828"/>
            <a:ext cx="3562825" cy="2016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5A9C26F-FE3A-BDC0-E92E-3EAFB6537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85" y="4374860"/>
            <a:ext cx="3513979" cy="2016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F71F123-4D8E-3141-7872-E2516E191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74" y="2364507"/>
            <a:ext cx="3472671" cy="2016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FA1E963-69B8-0229-1A1C-0E43D6E31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74" y="4338617"/>
            <a:ext cx="3398781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63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4D5D929-468F-EA1A-54D1-B767849CFC4F}"/>
              </a:ext>
            </a:extLst>
          </p:cNvPr>
          <p:cNvSpPr txBox="1"/>
          <p:nvPr/>
        </p:nvSpPr>
        <p:spPr>
          <a:xfrm>
            <a:off x="1006764" y="692727"/>
            <a:ext cx="1050174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REST -&gt; Gestión de Recursos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GET -&gt; Lectura de recursos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POST -&gt; Crear nuevo recurso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PUT -&gt; Modifica todo el recurso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PATCH -&gt; Modifica parte del recurso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/>
              <a:t>DELETE -&gt; Eliminar recursos</a:t>
            </a:r>
          </a:p>
        </p:txBody>
      </p:sp>
    </p:spTree>
    <p:extLst>
      <p:ext uri="{BB962C8B-B14F-4D97-AF65-F5344CB8AC3E}">
        <p14:creationId xmlns:p14="http://schemas.microsoft.com/office/powerpoint/2010/main" val="31725921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96</Words>
  <Application>Microsoft Office PowerPoint</Application>
  <PresentationFormat>Panorámica</PresentationFormat>
  <Paragraphs>22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Gustavo Coronel</dc:creator>
  <cp:lastModifiedBy>PCO</cp:lastModifiedBy>
  <cp:revision>4</cp:revision>
  <dcterms:created xsi:type="dcterms:W3CDTF">2025-10-07T19:48:17Z</dcterms:created>
  <dcterms:modified xsi:type="dcterms:W3CDTF">2026-05-22T15:08:04Z</dcterms:modified>
</cp:coreProperties>
</file>